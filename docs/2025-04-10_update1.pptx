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3513-C249-4A08-00A1-7D464E116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35990-B92D-B05A-2C25-B982BDC19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6D651-49D0-8EA1-1225-F449F15C3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2414C-D7E9-EB6B-5051-9C0A77D3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E8BE8-3CEB-EC1D-1A56-9ADE9877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142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6CBF-DE30-09D8-3419-B197D342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9A7CA-F9C8-1320-F2C4-1F87F3032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2B941-560F-78E9-ED37-745DA24B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70AEC-3B54-90BB-2E0F-CF1FB619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CBB35-E8A8-8B84-291D-450C7C77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546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2459-0AC8-FD2E-2305-4616A41F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BCC79-77E7-A496-6283-51D91D195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7ACF7-D8AC-A142-30AB-038A3625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37FF2-76E0-2369-FB83-73C86BDD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47B6-47C1-A163-FF3D-364424F1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9950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1017-FC64-0ECD-E137-9F5B7593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C1A63-D9AC-A781-2007-106B2494D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A41EE-3BF0-A1DE-1E77-D925460DB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DB451-66BB-52EC-0ED7-4985F751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8022F-6344-A9DD-CBED-12445DD6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85F53-4EED-35CF-99AA-AD3ABADF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264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2873-AC71-08DE-9B3F-9BE9C258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8219-4332-DA76-4313-53856C791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29E05-682A-E42A-19FA-833D8842C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ED009-FA6C-AC8C-E8B4-18F4438FB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5AC2F-A879-6B77-13F1-F90F46565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7E544B-DCDE-2F5B-A40E-02F8E1A7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4F56A-8647-2D1F-B780-0F870E9F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0235D-A81A-7ACD-77FE-DFC66875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6719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E021-A5A4-3DBC-F82A-461C0120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6FC6C-4779-2475-DB9D-759B7E57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9B087-09A9-CFCE-EE33-7BDB2140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4317F-CC1D-C9FE-89B9-0003ADF0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2237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04E6B-28D1-7576-0A3A-D31AB6B6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255F3-050A-0CDE-9BD6-A1451883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74563-47CA-868C-BD05-EF40E012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88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46C6A-D28C-EFBF-3545-1EF30B2C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BF546-C71B-F05E-7794-ECA1DC580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BB0C4-50AE-28E2-6B91-A1EB5D2C7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B54C8-F5FF-BB80-3137-08829D64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782AD-32AB-7B5F-138E-05A9BC3A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CB769-4DD2-57EF-945F-EEB1FD8E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1457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6355-D4F7-B722-488A-441419B6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0094D-B23E-810F-450C-A38974B43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9666E-F2BB-0383-27B1-806F38762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89E18-E540-77C6-1C9D-46D32619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46F2E-B6FC-4FF0-AA87-9A1B6524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DA554-16C8-3884-1E63-71577A82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2551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1574-4FCF-EE19-E9CB-AB4EC7EE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D3285-895B-8000-26A4-B4052F18D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B9D45-2B0C-19CB-BC7E-E8BB92372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C9C8C-9F73-9976-697C-FB90B286D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9920D-4829-762D-C76E-7BA1D1C8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361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46E27-22BA-CEB9-6BB6-353CF90B9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AF551-2FFB-4C77-FF76-C85A9E9E6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D491A-46D7-CB6F-FAEA-D28EF5C3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26323-756D-793D-2FD0-DF3D0C611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97B7C-0477-6EB6-5D94-3878912D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049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0A4C0-5A1F-91FF-7230-0F7A2AD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1DF7C-8FC2-03C5-B4AE-7FA740730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09627-F358-BE6F-E553-28E277633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451F4-4247-41E3-B54B-314754DA225C}" type="datetimeFigureOut">
              <a:rPr lang="da-DK" smtClean="0"/>
              <a:t>10-04-2025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BD7F-18D7-F3EB-7712-10E7FAE1B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1985-519A-87F0-E167-3F67C86FA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E358F-A5D0-4CED-8251-039B64006E7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6744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4347-5A6F-2E6E-BF7E-20AF026C0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AA4E8-3578-ED01-5995-A4F898D88E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72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3EEF-389D-BCD4-8C71-F6A11BF7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Winter wheat data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B3D22-737E-E71B-2BC4-C68363E72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types of winter wheat crops, both included</a:t>
            </a:r>
          </a:p>
          <a:p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267BEC-CB48-79D0-B38B-E989BA0ED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15" y="2600884"/>
            <a:ext cx="4167729" cy="16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95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4D21-2512-0AF7-2D21-637C42E6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D7E67-5CA0-F048-C5CD-CBC0CFCAE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472944-9635-E636-E4F5-117357F10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43" y="893929"/>
            <a:ext cx="11086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1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02D1-BA11-EE1A-C38C-16E0A2FB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0192D-3616-49FB-12AF-9764C6A05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7270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Winter wheat data</vt:lpstr>
      <vt:lpstr>PowerPoint Presentation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Virginia Anne Nichols</dc:creator>
  <cp:lastModifiedBy>Virginia Anne Nichols</cp:lastModifiedBy>
  <cp:revision>2</cp:revision>
  <dcterms:created xsi:type="dcterms:W3CDTF">2025-04-10T13:13:33Z</dcterms:created>
  <dcterms:modified xsi:type="dcterms:W3CDTF">2025-04-10T14:11:36Z</dcterms:modified>
</cp:coreProperties>
</file>